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sldIdLst>
    <p:sldId id="257" r:id="rId2"/>
    <p:sldId id="258" r:id="rId3"/>
    <p:sldId id="259" r:id="rId4"/>
    <p:sldId id="260" r:id="rId5"/>
    <p:sldId id="261" r:id="rId6"/>
    <p:sldId id="267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4F4D-8DE8-4B59-94CC-4785FEF66E02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C102-37ED-4963-A69C-ABA0D4461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46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4F4D-8DE8-4B59-94CC-4785FEF66E02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C102-37ED-4963-A69C-ABA0D4461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09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4F4D-8DE8-4B59-94CC-4785FEF66E02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C102-37ED-4963-A69C-ABA0D4461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604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4F4D-8DE8-4B59-94CC-4785FEF66E02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C102-37ED-4963-A69C-ABA0D4461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98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4F4D-8DE8-4B59-94CC-4785FEF66E02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C102-37ED-4963-A69C-ABA0D4461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79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4F4D-8DE8-4B59-94CC-4785FEF66E02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C102-37ED-4963-A69C-ABA0D4461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462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4F4D-8DE8-4B59-94CC-4785FEF66E02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C102-37ED-4963-A69C-ABA0D4461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4F4D-8DE8-4B59-94CC-4785FEF66E02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C102-37ED-4963-A69C-ABA0D4461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33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4F4D-8DE8-4B59-94CC-4785FEF66E02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C102-37ED-4963-A69C-ABA0D4461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06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4F4D-8DE8-4B59-94CC-4785FEF66E02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C102-37ED-4963-A69C-ABA0D4461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13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4F4D-8DE8-4B59-94CC-4785FEF66E02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C102-37ED-4963-A69C-ABA0D4461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31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4F4D-8DE8-4B59-94CC-4785FEF66E02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C102-37ED-4963-A69C-ABA0D4461EB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5956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4F4D-8DE8-4B59-94CC-4785FEF66E02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C102-37ED-4963-A69C-ABA0D4461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721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4F4D-8DE8-4B59-94CC-4785FEF66E02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C102-37ED-4963-A69C-ABA0D4461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853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4F4D-8DE8-4B59-94CC-4785FEF66E02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C102-37ED-4963-A69C-ABA0D4461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30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4F4D-8DE8-4B59-94CC-4785FEF66E02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C102-37ED-4963-A69C-ABA0D4461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2611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4F4D-8DE8-4B59-94CC-4785FEF66E02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C102-37ED-4963-A69C-ABA0D4461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49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F4F4D-8DE8-4B59-94CC-4785FEF66E02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EC102-37ED-4963-A69C-ABA0D4461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678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F9F4C8-C4A1-94D2-FC20-EA95E8548A9F}"/>
              </a:ext>
            </a:extLst>
          </p:cNvPr>
          <p:cNvSpPr txBox="1"/>
          <p:nvPr/>
        </p:nvSpPr>
        <p:spPr>
          <a:xfrm>
            <a:off x="2644878" y="2106250"/>
            <a:ext cx="76056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OTT Streaming Platform Content Analysis Dashboard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	     (Amazon Prime Video)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13E85-CA3D-4419-6A37-430102BC002F}"/>
              </a:ext>
            </a:extLst>
          </p:cNvPr>
          <p:cNvSpPr txBox="1"/>
          <p:nvPr/>
        </p:nvSpPr>
        <p:spPr>
          <a:xfrm>
            <a:off x="1042219" y="21062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8B8CA3-6F2A-61F7-222A-6B77D6159489}"/>
              </a:ext>
            </a:extLst>
          </p:cNvPr>
          <p:cNvSpPr txBox="1"/>
          <p:nvPr/>
        </p:nvSpPr>
        <p:spPr>
          <a:xfrm>
            <a:off x="6528620" y="42488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Durga…</a:t>
            </a:r>
          </a:p>
        </p:txBody>
      </p:sp>
    </p:spTree>
    <p:extLst>
      <p:ext uri="{BB962C8B-B14F-4D97-AF65-F5344CB8AC3E}">
        <p14:creationId xmlns:p14="http://schemas.microsoft.com/office/powerpoint/2010/main" val="2682013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5E7C13-32CF-6F49-9013-1C35959B14BC}"/>
              </a:ext>
            </a:extLst>
          </p:cNvPr>
          <p:cNvSpPr txBox="1"/>
          <p:nvPr/>
        </p:nvSpPr>
        <p:spPr>
          <a:xfrm>
            <a:off x="658761" y="9279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C1FD9E-D813-12BF-846B-0362CE5820D7}"/>
              </a:ext>
            </a:extLst>
          </p:cNvPr>
          <p:cNvSpPr txBox="1"/>
          <p:nvPr/>
        </p:nvSpPr>
        <p:spPr>
          <a:xfrm>
            <a:off x="1229032" y="1625823"/>
            <a:ext cx="892769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Amazon Prime Video’s content library using Tableau.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insights into: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distribution across countries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 popularity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Movies vs TV shows comparison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 year trends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users understand viewing patterns, content diversity, and platform growth.</a:t>
            </a:r>
          </a:p>
        </p:txBody>
      </p:sp>
    </p:spTree>
    <p:extLst>
      <p:ext uri="{BB962C8B-B14F-4D97-AF65-F5344CB8AC3E}">
        <p14:creationId xmlns:p14="http://schemas.microsoft.com/office/powerpoint/2010/main" val="2586454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4D2EAF-1EE1-E352-1802-B1A383266910}"/>
              </a:ext>
            </a:extLst>
          </p:cNvPr>
          <p:cNvSpPr txBox="1"/>
          <p:nvPr/>
        </p:nvSpPr>
        <p:spPr>
          <a:xfrm>
            <a:off x="786581" y="7985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C4775-C7AC-4108-6A90-A22A009E1F48}"/>
              </a:ext>
            </a:extLst>
          </p:cNvPr>
          <p:cNvSpPr txBox="1"/>
          <p:nvPr/>
        </p:nvSpPr>
        <p:spPr>
          <a:xfrm>
            <a:off x="1671484" y="1944695"/>
            <a:ext cx="77183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total shows by country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top-performing genres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Movies vs TV Shows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content growth over years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audience rating distribution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interactive filtering for better insights</a:t>
            </a:r>
          </a:p>
        </p:txBody>
      </p:sp>
    </p:spTree>
    <p:extLst>
      <p:ext uri="{BB962C8B-B14F-4D97-AF65-F5344CB8AC3E}">
        <p14:creationId xmlns:p14="http://schemas.microsoft.com/office/powerpoint/2010/main" val="1290471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FC689C-E7E5-52A5-3D9E-285E8F50E574}"/>
              </a:ext>
            </a:extLst>
          </p:cNvPr>
          <p:cNvSpPr txBox="1"/>
          <p:nvPr/>
        </p:nvSpPr>
        <p:spPr>
          <a:xfrm>
            <a:off x="934065" y="8477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86EEE8-657F-C9A2-67FA-738C14488D0B}"/>
              </a:ext>
            </a:extLst>
          </p:cNvPr>
          <p:cNvSpPr txBox="1"/>
          <p:nvPr/>
        </p:nvSpPr>
        <p:spPr>
          <a:xfrm>
            <a:off x="1533833" y="1694650"/>
            <a:ext cx="809194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(Movie / TV Show)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 Year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(13+, 16+, PG, R, etc.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Format: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CSV</a:t>
            </a:r>
          </a:p>
          <a:p>
            <a:pPr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Thousands of movies &amp; TV shows</a:t>
            </a:r>
          </a:p>
        </p:txBody>
      </p:sp>
    </p:spTree>
    <p:extLst>
      <p:ext uri="{BB962C8B-B14F-4D97-AF65-F5344CB8AC3E}">
        <p14:creationId xmlns:p14="http://schemas.microsoft.com/office/powerpoint/2010/main" val="1781042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C430BD-B6A5-F19D-E3C4-EAB90BD2511A}"/>
              </a:ext>
            </a:extLst>
          </p:cNvPr>
          <p:cNvSpPr txBox="1"/>
          <p:nvPr/>
        </p:nvSpPr>
        <p:spPr>
          <a:xfrm>
            <a:off x="673768" y="89015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Tableau Features Used: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B35A4B-3778-669B-7ECB-CFE66053B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569" y="1727538"/>
            <a:ext cx="217559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Calculated Fields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Filters &amp; Parameters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Donut Charts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 Charts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Area Charts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Actions</a:t>
            </a:r>
          </a:p>
        </p:txBody>
      </p:sp>
    </p:spTree>
    <p:extLst>
      <p:ext uri="{BB962C8B-B14F-4D97-AF65-F5344CB8AC3E}">
        <p14:creationId xmlns:p14="http://schemas.microsoft.com/office/powerpoint/2010/main" val="3372384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1B7CB-91C7-AD08-9E56-F1B3FCEC2BB8}"/>
              </a:ext>
            </a:extLst>
          </p:cNvPr>
          <p:cNvSpPr txBox="1"/>
          <p:nvPr/>
        </p:nvSpPr>
        <p:spPr>
          <a:xfrm>
            <a:off x="1189703" y="6904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Dashboard Filters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AE9702-8B6A-1788-68CA-79F3E880684E}"/>
              </a:ext>
            </a:extLst>
          </p:cNvPr>
          <p:cNvSpPr txBox="1"/>
          <p:nvPr/>
        </p:nvSpPr>
        <p:spPr>
          <a:xfrm>
            <a:off x="1455174" y="167467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Interactive Filters :-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🎬 Type (Movie / TV Show)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🎭 Genre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🎞️ Title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📅 Release Year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⏱️ Duration</a:t>
            </a:r>
          </a:p>
        </p:txBody>
      </p:sp>
    </p:spTree>
    <p:extLst>
      <p:ext uri="{BB962C8B-B14F-4D97-AF65-F5344CB8AC3E}">
        <p14:creationId xmlns:p14="http://schemas.microsoft.com/office/powerpoint/2010/main" val="2330070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CD5718-2A02-3A0E-DEFF-5C2BB320FEAC}"/>
              </a:ext>
            </a:extLst>
          </p:cNvPr>
          <p:cNvSpPr txBox="1"/>
          <p:nvPr/>
        </p:nvSpPr>
        <p:spPr>
          <a:xfrm>
            <a:off x="914400" y="6215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Total Shows by Country (Map)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B15AC-FFEF-E70C-ACF9-66FCF3BDEEB0}"/>
              </a:ext>
            </a:extLst>
          </p:cNvPr>
          <p:cNvSpPr txBox="1"/>
          <p:nvPr/>
        </p:nvSpPr>
        <p:spPr>
          <a:xfrm>
            <a:off x="1120878" y="156293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World Map Visualization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Displays content availability by country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Darker color = more shows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identify top content-producing regions</a:t>
            </a:r>
          </a:p>
        </p:txBody>
      </p:sp>
    </p:spTree>
    <p:extLst>
      <p:ext uri="{BB962C8B-B14F-4D97-AF65-F5344CB8AC3E}">
        <p14:creationId xmlns:p14="http://schemas.microsoft.com/office/powerpoint/2010/main" val="1281464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716412-FC8B-AABF-04E8-DC666B2CCE21}"/>
              </a:ext>
            </a:extLst>
          </p:cNvPr>
          <p:cNvSpPr txBox="1"/>
          <p:nvPr/>
        </p:nvSpPr>
        <p:spPr>
          <a:xfrm>
            <a:off x="1317523" y="105080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Cast &amp; Description Panel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🎭 </a:t>
            </a:r>
            <a:r>
              <a:rPr lang="en-US" b="1" dirty="0"/>
              <a:t>Cast Section: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Displays main actors for selected title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📝 </a:t>
            </a:r>
            <a:r>
              <a:rPr lang="en-US" b="1" dirty="0"/>
              <a:t>Description Section: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Shows storyline summary of selected content</a:t>
            </a:r>
          </a:p>
        </p:txBody>
      </p:sp>
    </p:spTree>
    <p:extLst>
      <p:ext uri="{BB962C8B-B14F-4D97-AF65-F5344CB8AC3E}">
        <p14:creationId xmlns:p14="http://schemas.microsoft.com/office/powerpoint/2010/main" val="602249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DE93C1-BD25-F3F6-9AA8-E8EE11AD59D5}"/>
              </a:ext>
            </a:extLst>
          </p:cNvPr>
          <p:cNvSpPr txBox="1"/>
          <p:nvPr/>
        </p:nvSpPr>
        <p:spPr>
          <a:xfrm>
            <a:off x="1828800" y="1068777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Ratings Analysis (Radial Chart)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⭐ </a:t>
            </a:r>
            <a:r>
              <a:rPr lang="en-US" b="1" dirty="0"/>
              <a:t>Total Ratings Visualization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Displays distribution across: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13+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16+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PG, R, TV-MA, etc.</a:t>
            </a:r>
          </a:p>
        </p:txBody>
      </p:sp>
    </p:spTree>
    <p:extLst>
      <p:ext uri="{BB962C8B-B14F-4D97-AF65-F5344CB8AC3E}">
        <p14:creationId xmlns:p14="http://schemas.microsoft.com/office/powerpoint/2010/main" val="1885493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32DB4D-6EAE-FF6C-1BAA-7A1BFF45EB59}"/>
              </a:ext>
            </a:extLst>
          </p:cNvPr>
          <p:cNvSpPr txBox="1"/>
          <p:nvPr/>
        </p:nvSpPr>
        <p:spPr>
          <a:xfrm>
            <a:off x="1258529" y="645141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Top 10 Genres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📊 </a:t>
            </a:r>
            <a:r>
              <a:rPr lang="en-US" b="1" dirty="0"/>
              <a:t>Bar Chart – Genre Popularity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Top genres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Drama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Comedy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Drama, Suspense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Comedy, Drama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Animation &amp; Kids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98688D-E89D-EDE4-7BED-26812BB5073B}"/>
              </a:ext>
            </a:extLst>
          </p:cNvPr>
          <p:cNvSpPr txBox="1"/>
          <p:nvPr/>
        </p:nvSpPr>
        <p:spPr>
          <a:xfrm>
            <a:off x="1396181" y="434546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Shows by Type (Donut Chart)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Movies vs TV Shows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Movies: ~15,600+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TV Shows: ~3,700+</a:t>
            </a:r>
          </a:p>
        </p:txBody>
      </p:sp>
    </p:spTree>
    <p:extLst>
      <p:ext uri="{BB962C8B-B14F-4D97-AF65-F5344CB8AC3E}">
        <p14:creationId xmlns:p14="http://schemas.microsoft.com/office/powerpoint/2010/main" val="3249292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6754D7-834D-0F69-6CA6-A48D1AEEC292}"/>
              </a:ext>
            </a:extLst>
          </p:cNvPr>
          <p:cNvSpPr txBox="1"/>
          <p:nvPr/>
        </p:nvSpPr>
        <p:spPr>
          <a:xfrm>
            <a:off x="4355690" y="3009971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Thank You!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685155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668</TotalTime>
  <Words>319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Bookman Old Style</vt:lpstr>
      <vt:lpstr>Rockwell</vt:lpstr>
      <vt:lpstr>Times New Roman</vt:lpstr>
      <vt:lpstr>Wingdings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DURGA SHELKE</dc:creator>
  <cp:lastModifiedBy>DURGA SHELKE</cp:lastModifiedBy>
  <cp:revision>2</cp:revision>
  <dcterms:created xsi:type="dcterms:W3CDTF">2026-02-03T06:33:16Z</dcterms:created>
  <dcterms:modified xsi:type="dcterms:W3CDTF">2026-02-07T03:42:56Z</dcterms:modified>
</cp:coreProperties>
</file>